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189fb9425_0_1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189fb9425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Online Food Ordering Application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Business Analyst Project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12420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Problem Statement</a:t>
            </a:r>
            <a:endParaRPr>
              <a:solidFill>
                <a:schemeClr val="dk1"/>
              </a:solidFill>
            </a:endParaRPr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Objectives</a:t>
            </a:r>
            <a:endParaRPr>
              <a:solidFill>
                <a:schemeClr val="dk1"/>
              </a:solidFill>
            </a:endParaRPr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Business Scope</a:t>
            </a:r>
            <a:endParaRPr>
              <a:solidFill>
                <a:schemeClr val="dk1"/>
              </a:solidFill>
            </a:endParaRPr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Stakeholders</a:t>
            </a:r>
            <a:endParaRPr>
              <a:solidFill>
                <a:schemeClr val="dk1"/>
              </a:solidFill>
            </a:endParaRPr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Functional &amp; Non-Functional Requirements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User flow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Use Case Diagram</a:t>
            </a:r>
            <a:endParaRPr>
              <a:solidFill>
                <a:schemeClr val="dk1"/>
              </a:solidFill>
            </a:endParaRPr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Flowchart</a:t>
            </a:r>
            <a:endParaRPr>
              <a:solidFill>
                <a:schemeClr val="dk1"/>
              </a:solidFill>
            </a:endParaRPr>
          </a:p>
          <a:p>
            <a:pPr indent="-312420" lvl="0" marL="342900" rtl="0" algn="l">
              <a:spcBef>
                <a:spcPts val="640"/>
              </a:spcBef>
              <a:spcAft>
                <a:spcPts val="1200"/>
              </a:spcAft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Conclusion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Customers face inconvenience due to fragmented food ordering methods, lack of real-time tracking, and payment failures. Restaurants and delivery partners struggle with order management and communication. A centralized solution is required.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Simplify food ordering via mobile app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Provide secure and multiple payment options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Enable real-time order tracking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Improve restaurant &amp; delivery efficiency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Enhance customer satisfaction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Business Scope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97180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Scope:</a:t>
            </a:r>
            <a:endParaRPr>
              <a:solidFill>
                <a:schemeClr val="dk1"/>
              </a:solidFill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Login/Registration</a:t>
            </a:r>
            <a:endParaRPr>
              <a:solidFill>
                <a:schemeClr val="dk1"/>
              </a:solidFill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Restaurant listing</a:t>
            </a:r>
            <a:endParaRPr>
              <a:solidFill>
                <a:schemeClr val="dk1"/>
              </a:solidFill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Menu browsing</a:t>
            </a:r>
            <a:endParaRPr>
              <a:solidFill>
                <a:schemeClr val="dk1"/>
              </a:solidFill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Cart &amp; Checkout</a:t>
            </a:r>
            <a:endParaRPr>
              <a:solidFill>
                <a:schemeClr val="dk1"/>
              </a:solidFill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Payments</a:t>
            </a:r>
            <a:endParaRPr>
              <a:solidFill>
                <a:schemeClr val="dk1"/>
              </a:solidFill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Order Tracking</a:t>
            </a:r>
            <a:endParaRPr>
              <a:solidFill>
                <a:schemeClr val="dk1"/>
              </a:solidFill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 of Scope:</a:t>
            </a:r>
            <a:endParaRPr>
              <a:solidFill>
                <a:schemeClr val="dk1"/>
              </a:solidFill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Loyalty Programs</a:t>
            </a:r>
            <a:endParaRPr>
              <a:solidFill>
                <a:schemeClr val="dk1"/>
              </a:solidFill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1200"/>
              </a:spcAft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Multi-language support (Phase 2)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Stakeholders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Customers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Restaurants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Delivery Partners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Admin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Business Owners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Functional Requirements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User Registration/Login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Menu Management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Cart &amp; Order Placement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Payment Integration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Real-time Order Tracking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Feedback &amp; Ratings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Non-Functional Requirements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Performance: Load within 3 seconds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Security: PCI DSS compliant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Availability: 99.9% uptime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Scalability: Handle peak loads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Usability: Intuitive UI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Compatibility: Android &amp; iOS latest versions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ser flow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Customer browses menu &amp; selects items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Adds to cart &amp; proceeds to checkout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Makes payment (UPI, Card, Wallet, COD)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Restaurant prepares food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Delivery partner picks up &amp; delivers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Customer tracks order in real time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Use Case Diagram </a:t>
            </a:r>
            <a:endParaRPr/>
          </a:p>
        </p:txBody>
      </p:sp>
      <p:pic>
        <p:nvPicPr>
          <p:cNvPr id="115" name="Google Shape;115;p23" title="Untitled Diagram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62375"/>
            <a:ext cx="8690099" cy="5143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Business Process Flowchart</a:t>
            </a:r>
            <a:endParaRPr/>
          </a:p>
        </p:txBody>
      </p:sp>
      <p:pic>
        <p:nvPicPr>
          <p:cNvPr id="121" name="Google Shape;121;p24" title="Untitled 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350" y="1458475"/>
            <a:ext cx="4314750" cy="458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Online Food Ordering App provides a centralized platform for customers, restaurants, and delivery partners, ensuring convenience, efficiency, and customer satisfaction.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